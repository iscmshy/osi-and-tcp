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508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110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69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41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08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176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288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63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595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526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383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1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94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DF8D5-69B8-47A1-ACBD-656D41F04F70}" type="datetimeFigureOut">
              <a:rPr lang="ko-KR" altLang="en-US" smtClean="0"/>
              <a:t>2020-07-13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DC1BF-D73C-41B3-BF89-6F9B70FDA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24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137249"/>
              </p:ext>
            </p:extLst>
          </p:nvPr>
        </p:nvGraphicFramePr>
        <p:xfrm>
          <a:off x="1097280" y="323426"/>
          <a:ext cx="10119360" cy="5398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872">
                  <a:extLst>
                    <a:ext uri="{9D8B030D-6E8A-4147-A177-3AD203B41FA5}">
                      <a16:colId xmlns:a16="http://schemas.microsoft.com/office/drawing/2014/main" val="1868814561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832226397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3464780942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280935644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2950206520"/>
                    </a:ext>
                  </a:extLst>
                </a:gridCol>
              </a:tblGrid>
              <a:tr h="671089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OSI</a:t>
                      </a:r>
                      <a:r>
                        <a:rPr lang="en-US" altLang="ko-KR" sz="2000" baseline="0" dirty="0" smtClean="0"/>
                        <a:t> Model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Layer Number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TCP/IP Layer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Other protocol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601689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Alligator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Application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en-US" altLang="ko-KR" sz="2000" dirty="0" smtClean="0"/>
                    </a:p>
                    <a:p>
                      <a:pPr algn="ctr" latinLnBrk="1"/>
                      <a:endParaRPr lang="en-US" altLang="ko-KR" sz="2000" dirty="0" smtClean="0"/>
                    </a:p>
                    <a:p>
                      <a:pPr algn="ctr" latinLnBrk="1"/>
                      <a:endParaRPr lang="en-US" altLang="ko-KR" sz="2000" dirty="0" smtClean="0"/>
                    </a:p>
                    <a:p>
                      <a:pPr algn="ctr" latinLnBrk="1"/>
                      <a:r>
                        <a:rPr lang="en-US" altLang="ko-KR" sz="2000" dirty="0" smtClean="0"/>
                        <a:t>HTTP</a:t>
                      </a:r>
                      <a:endParaRPr lang="ko-KR" altLang="en-US" sz="2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en-US" altLang="ko-KR" sz="2000" dirty="0" smtClean="0"/>
                    </a:p>
                    <a:p>
                      <a:pPr algn="ctr" latinLnBrk="1"/>
                      <a:endParaRPr lang="en-US" altLang="ko-KR" sz="2000" dirty="0" smtClean="0"/>
                    </a:p>
                    <a:p>
                      <a:pPr algn="ctr" latinLnBrk="1"/>
                      <a:r>
                        <a:rPr lang="en-US" altLang="ko-KR" sz="2000" dirty="0" smtClean="0"/>
                        <a:t>SSH,</a:t>
                      </a:r>
                      <a:r>
                        <a:rPr lang="en-US" altLang="ko-KR" sz="2000" baseline="0" dirty="0" smtClean="0"/>
                        <a:t> </a:t>
                      </a:r>
                      <a:r>
                        <a:rPr lang="en-US" altLang="ko-KR" sz="2000" dirty="0" smtClean="0"/>
                        <a:t>FTP, Telnet, SMTP, POP3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309955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Pet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Presentation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625688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Steve’s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Session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824979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Touch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Transport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TCP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UDP, SCTP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831542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Not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Network</a:t>
                      </a:r>
                      <a:r>
                        <a:rPr lang="en-US" altLang="ko-KR" sz="2000" baseline="0" dirty="0" smtClean="0"/>
                        <a:t> Layer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IP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IPv6, ARP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5267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Do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Data Link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Ethernet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HDLC, Frame Relay</a:t>
                      </a:r>
                      <a:r>
                        <a:rPr lang="en-US" altLang="ko-KR" sz="2000" baseline="0" dirty="0" smtClean="0"/>
                        <a:t> 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176074"/>
                  </a:ext>
                </a:extLst>
              </a:tr>
              <a:tr h="6710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Please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smtClean="0"/>
                        <a:t>Physical</a:t>
                      </a:r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086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135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47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sungwhan4854@naver.com</dc:creator>
  <cp:lastModifiedBy>sungwhan4854@naver.com</cp:lastModifiedBy>
  <cp:revision>5</cp:revision>
  <dcterms:created xsi:type="dcterms:W3CDTF">2020-07-12T11:01:36Z</dcterms:created>
  <dcterms:modified xsi:type="dcterms:W3CDTF">2020-07-13T04:48:19Z</dcterms:modified>
</cp:coreProperties>
</file>